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III (Week 12). Presenter: Tanvi Dahale, CD26D015. Guide: Ms. Ashwini Yerlekar.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91440"/>
            <a:ext cx="8961120" cy="66751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6355080"/>
            <a:ext cx="8961120" cy="4114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91440"/>
            <a:ext cx="8961120" cy="66751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6355080"/>
            <a:ext cx="8961120" cy="4114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Experiential Learning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8229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Assessment-III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1371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8288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“Birthday Reminder System”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2423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the course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28803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Programming Lab (N-PCCCD304P)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365760" y="36118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Presented By:</a:t>
            </a:r>
            <a:endParaRPr lang="en-US" sz="16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Tanvi Dahale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USN: CD26D015</a:t>
            </a:r>
            <a:endParaRPr lang="en-US" sz="16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3474720"/>
            <a:ext cx="1280160" cy="150876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760720" y="36118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Under the Guidance of</a:t>
            </a:r>
            <a:endParaRPr lang="en-US" sz="1600" dirty="0"/>
          </a:p>
          <a:p>
            <a:pPr algn="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Ms. Ashwini Yerlekar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365760" y="51206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Session: 2026-27 (ODD)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365760" y="546811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CSE(DS)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365760" y="57607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S. B. JAIN INSTITUTE OF TECHNOLOGY MANAGEMENT AND RESEARCH, NAGPUR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65760" y="608076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Autonomous Institute, Affiliated to RTMNU, Nagpur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Contents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Problem statement and objectives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System design / architecture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Features implemented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Algorithm and flowchart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Python code (OOP)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Testing and test cases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Final output and demonstration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GitHub repository quality and maintenance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Individual contribution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Conclusion and future scope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1. Problem Statement &amp; Objectives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Problem: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Remembering birthdays of family, friends, colleagues and relatives is difficult.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Solution: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Python Birthday Reminder System to store, view, search and remind birthdays, saved permanently using file handling.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Objectives: </a:t>
            </a:r>
            <a:pPr indent="0" marL="0">
              <a:buNone/>
            </a:pP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Menu-driven, user-friendly utility.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Add / edit / delete / search records with validation.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Today’s and upcoming birthday reminders with age.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Permanent storage in JSON; export to CSV.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Tested with automated test cases and managed on GitHub.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2. System Design /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926080" y="1143000"/>
            <a:ext cx="3291840" cy="54864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926080" y="11430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User (Menu / Demo)</a:t>
            </a:r>
            <a:endParaRPr lang="en-US" sz="1300" dirty="0"/>
          </a:p>
        </p:txBody>
      </p:sp>
      <p:sp>
        <p:nvSpPr>
          <p:cNvPr id="5" name="Arrow"/>
          <p:cNvSpPr/>
          <p:nvPr/>
        </p:nvSpPr>
        <p:spPr>
          <a:xfrm>
            <a:off x="4572000" y="1691640"/>
            <a:ext cx="0" cy="41148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468880" y="2103120"/>
            <a:ext cx="4206240" cy="1188720"/>
          </a:xfrm>
          <a:prstGeom prst="roundRect">
            <a:avLst>
              <a:gd name="adj" fmla="val 7692"/>
            </a:avLst>
          </a:prstGeom>
          <a:solidFill>
            <a:schemeClr val="accent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468880" y="210312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BirthdayManager (class)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add | edit | delete | search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todays | upcoming | stats</a:t>
            </a:r>
            <a:endParaRPr lang="en-US" sz="1300" dirty="0"/>
          </a:p>
        </p:txBody>
      </p:sp>
      <p:sp>
        <p:nvSpPr>
          <p:cNvPr id="8" name="Arrow"/>
          <p:cNvSpPr/>
          <p:nvPr/>
        </p:nvSpPr>
        <p:spPr>
          <a:xfrm flipH="1">
            <a:off x="2743200" y="3291840"/>
            <a:ext cx="822960" cy="54864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9" name="Arrow"/>
          <p:cNvSpPr/>
          <p:nvPr/>
        </p:nvSpPr>
        <p:spPr>
          <a:xfrm>
            <a:off x="5577840" y="3291840"/>
            <a:ext cx="822960" cy="54864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57200" y="3840480"/>
            <a:ext cx="393192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384048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Person (dataclass)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name | dob | relation | phone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days_left() | turning_age()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46320" y="3840480"/>
            <a:ext cx="384048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384048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Files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birthdays.json (storage)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birthdays_export.csv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5257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Helper: next_birthday(dob, today) – date logic with leap-day handling  |  Tests: unittest (10 cases)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3. Features Implemented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657600"/>
                <a:gridCol w="12801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Feature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Method / Function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Status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Add with validation + duplicate check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BirthdayManager.add()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Done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Edit record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BirthdayManager.edit()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Done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Delete record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BirthdayManager.delete()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Done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Search by name / relation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BirthdayManager.search()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Done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Today’s &amp; upcoming reminders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todays(), upcoming(), show_reminders()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Done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Month-wise list, statistics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by_month(), stats()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Done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Permanent storage (JSON)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load(), save()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Done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Export to CSV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export_csv()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Done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Automated test cases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unittest (10 tests)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Done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4. Algorithm (Final)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Start; create BirthdayManager and load records from the JSON file.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Show reminders: today’s birthdays and birthdays within the next N days.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Display menu and read the user’s choice.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Add / Edit: validate name, date, phone and duplicates; update list; save file.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Delete: find by name, remove and save.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Search / Month-wise / Statistics: filter the list and display.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Export: write all records to a CSV file.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Repeat until Exit; then stop.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5. Flowchart (Final Utility)</a:t>
            </a:r>
            <a:endParaRPr lang="en-US" sz="2800" dirty="0"/>
          </a:p>
        </p:txBody>
      </p:sp>
      <p:sp>
        <p:nvSpPr>
          <p:cNvPr id="3" name="Flow start"/>
          <p:cNvSpPr/>
          <p:nvPr/>
        </p:nvSpPr>
        <p:spPr>
          <a:xfrm>
            <a:off x="548640" y="1097280"/>
            <a:ext cx="2377440" cy="384048"/>
          </a:xfrm>
          <a:prstGeom prst="roundRect">
            <a:avLst>
              <a:gd name="adj" fmla="val 47619"/>
            </a:avLst>
          </a:prstGeom>
          <a:solidFill>
            <a:schemeClr val="accent3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0972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Start</a:t>
            </a:r>
            <a:endParaRPr lang="en-US" sz="1300" dirty="0"/>
          </a:p>
        </p:txBody>
      </p:sp>
      <p:sp>
        <p:nvSpPr>
          <p:cNvPr id="5" name="Arrow"/>
          <p:cNvSpPr/>
          <p:nvPr/>
        </p:nvSpPr>
        <p:spPr>
          <a:xfrm>
            <a:off x="1737360" y="1481328"/>
            <a:ext cx="0" cy="301752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6" name="Flow proc"/>
          <p:cNvSpPr/>
          <p:nvPr/>
        </p:nvSpPr>
        <p:spPr>
          <a:xfrm>
            <a:off x="548640" y="1783080"/>
            <a:ext cx="2377440" cy="50292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783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Load JSON + show reminders</a:t>
            </a:r>
            <a:endParaRPr lang="en-US" sz="1300" dirty="0"/>
          </a:p>
        </p:txBody>
      </p:sp>
      <p:sp>
        <p:nvSpPr>
          <p:cNvPr id="8" name="Arrow"/>
          <p:cNvSpPr/>
          <p:nvPr/>
        </p:nvSpPr>
        <p:spPr>
          <a:xfrm>
            <a:off x="1737360" y="2286000"/>
            <a:ext cx="0" cy="32004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9" name="Flow proc"/>
          <p:cNvSpPr/>
          <p:nvPr/>
        </p:nvSpPr>
        <p:spPr>
          <a:xfrm>
            <a:off x="548640" y="2606040"/>
            <a:ext cx="2377440" cy="50292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6060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Display Menu &amp; read choice</a:t>
            </a:r>
            <a:endParaRPr lang="en-US" sz="1300" dirty="0"/>
          </a:p>
        </p:txBody>
      </p:sp>
      <p:sp>
        <p:nvSpPr>
          <p:cNvPr id="11" name="Arrow"/>
          <p:cNvSpPr/>
          <p:nvPr/>
        </p:nvSpPr>
        <p:spPr>
          <a:xfrm>
            <a:off x="1737360" y="3108960"/>
            <a:ext cx="0" cy="32004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2" name="Flow dec"/>
          <p:cNvSpPr/>
          <p:nvPr/>
        </p:nvSpPr>
        <p:spPr>
          <a:xfrm>
            <a:off x="548640" y="3429000"/>
            <a:ext cx="2377440" cy="1051560"/>
          </a:xfrm>
          <a:prstGeom prst="diamond">
            <a:avLst/>
          </a:prstGeom>
          <a:solidFill>
            <a:schemeClr val="accent5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42900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Choice?</a:t>
            </a:r>
            <a:endParaRPr lang="en-US" sz="1200" dirty="0"/>
          </a:p>
        </p:txBody>
      </p:sp>
      <p:sp>
        <p:nvSpPr>
          <p:cNvPr id="14" name="Arrow"/>
          <p:cNvSpPr/>
          <p:nvPr/>
        </p:nvSpPr>
        <p:spPr>
          <a:xfrm>
            <a:off x="1737360" y="4480560"/>
            <a:ext cx="0" cy="54864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1828800" y="46177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Exit</a:t>
            </a:r>
            <a:endParaRPr lang="en-US" sz="1200" dirty="0"/>
          </a:p>
        </p:txBody>
      </p:sp>
      <p:sp>
        <p:nvSpPr>
          <p:cNvPr id="16" name="Flow end"/>
          <p:cNvSpPr/>
          <p:nvPr/>
        </p:nvSpPr>
        <p:spPr>
          <a:xfrm>
            <a:off x="548640" y="5029200"/>
            <a:ext cx="2377440" cy="384048"/>
          </a:xfrm>
          <a:prstGeom prst="roundRect">
            <a:avLst>
              <a:gd name="adj" fmla="val 47619"/>
            </a:avLst>
          </a:prstGeom>
          <a:solidFill>
            <a:schemeClr val="accent4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50292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End</a:t>
            </a:r>
            <a:endParaRPr lang="en-US" sz="1300" dirty="0"/>
          </a:p>
        </p:txBody>
      </p:sp>
      <p:sp>
        <p:nvSpPr>
          <p:cNvPr id="18" name="Arrow"/>
          <p:cNvSpPr/>
          <p:nvPr/>
        </p:nvSpPr>
        <p:spPr>
          <a:xfrm>
            <a:off x="2926080" y="3954780"/>
            <a:ext cx="82296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19" name="Bus"/>
          <p:cNvSpPr/>
          <p:nvPr/>
        </p:nvSpPr>
        <p:spPr>
          <a:xfrm>
            <a:off x="3749040" y="1335024"/>
            <a:ext cx="0" cy="3762103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20" name="Arrow"/>
          <p:cNvSpPr/>
          <p:nvPr/>
        </p:nvSpPr>
        <p:spPr>
          <a:xfrm>
            <a:off x="3749040" y="1335024"/>
            <a:ext cx="4572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1" name="Flow proc"/>
          <p:cNvSpPr/>
          <p:nvPr/>
        </p:nvSpPr>
        <p:spPr>
          <a:xfrm>
            <a:off x="4206240" y="1097280"/>
            <a:ext cx="3017520" cy="4754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251960" y="109728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Add (validate, duplicate check)</a:t>
            </a:r>
            <a:endParaRPr lang="en-US" sz="1300" dirty="0"/>
          </a:p>
        </p:txBody>
      </p:sp>
      <p:sp>
        <p:nvSpPr>
          <p:cNvPr id="23" name="Arrow"/>
          <p:cNvSpPr/>
          <p:nvPr/>
        </p:nvSpPr>
        <p:spPr>
          <a:xfrm>
            <a:off x="3749040" y="1962041"/>
            <a:ext cx="4572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4" name="Flow proc"/>
          <p:cNvSpPr/>
          <p:nvPr/>
        </p:nvSpPr>
        <p:spPr>
          <a:xfrm>
            <a:off x="4206240" y="1724297"/>
            <a:ext cx="3017520" cy="4754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251960" y="1724297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View all / Search</a:t>
            </a:r>
            <a:endParaRPr lang="en-US" sz="1300" dirty="0"/>
          </a:p>
        </p:txBody>
      </p:sp>
      <p:sp>
        <p:nvSpPr>
          <p:cNvPr id="26" name="Arrow"/>
          <p:cNvSpPr/>
          <p:nvPr/>
        </p:nvSpPr>
        <p:spPr>
          <a:xfrm>
            <a:off x="3749040" y="2589058"/>
            <a:ext cx="4572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7" name="Flow proc"/>
          <p:cNvSpPr/>
          <p:nvPr/>
        </p:nvSpPr>
        <p:spPr>
          <a:xfrm>
            <a:off x="4206240" y="2351314"/>
            <a:ext cx="3017520" cy="4754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251960" y="2351314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Edit record</a:t>
            </a:r>
            <a:endParaRPr lang="en-US" sz="1300" dirty="0"/>
          </a:p>
        </p:txBody>
      </p:sp>
      <p:sp>
        <p:nvSpPr>
          <p:cNvPr id="29" name="Arrow"/>
          <p:cNvSpPr/>
          <p:nvPr/>
        </p:nvSpPr>
        <p:spPr>
          <a:xfrm>
            <a:off x="3749040" y="3216075"/>
            <a:ext cx="4572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30" name="Flow proc"/>
          <p:cNvSpPr/>
          <p:nvPr/>
        </p:nvSpPr>
        <p:spPr>
          <a:xfrm>
            <a:off x="4206240" y="2978331"/>
            <a:ext cx="3017520" cy="4754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251960" y="2978331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Delete record</a:t>
            </a:r>
            <a:endParaRPr lang="en-US" sz="1300" dirty="0"/>
          </a:p>
        </p:txBody>
      </p:sp>
      <p:sp>
        <p:nvSpPr>
          <p:cNvPr id="32" name="Arrow"/>
          <p:cNvSpPr/>
          <p:nvPr/>
        </p:nvSpPr>
        <p:spPr>
          <a:xfrm>
            <a:off x="3749040" y="3843093"/>
            <a:ext cx="4572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33" name="Flow proc"/>
          <p:cNvSpPr/>
          <p:nvPr/>
        </p:nvSpPr>
        <p:spPr>
          <a:xfrm>
            <a:off x="4206240" y="3605349"/>
            <a:ext cx="3017520" cy="4754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251960" y="3605349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Reminders (today + upcoming)</a:t>
            </a:r>
            <a:endParaRPr lang="en-US" sz="1300" dirty="0"/>
          </a:p>
        </p:txBody>
      </p:sp>
      <p:sp>
        <p:nvSpPr>
          <p:cNvPr id="35" name="Arrow"/>
          <p:cNvSpPr/>
          <p:nvPr/>
        </p:nvSpPr>
        <p:spPr>
          <a:xfrm>
            <a:off x="3749040" y="4470110"/>
            <a:ext cx="4572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36" name="Flow proc"/>
          <p:cNvSpPr/>
          <p:nvPr/>
        </p:nvSpPr>
        <p:spPr>
          <a:xfrm>
            <a:off x="4206240" y="4232366"/>
            <a:ext cx="3017520" cy="4754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251960" y="4232366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Month-wise list / Statistics</a:t>
            </a:r>
            <a:endParaRPr lang="en-US" sz="1300" dirty="0"/>
          </a:p>
        </p:txBody>
      </p:sp>
      <p:sp>
        <p:nvSpPr>
          <p:cNvPr id="38" name="Arrow"/>
          <p:cNvSpPr/>
          <p:nvPr/>
        </p:nvSpPr>
        <p:spPr>
          <a:xfrm>
            <a:off x="3749040" y="5097127"/>
            <a:ext cx="4572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39" name="Flow proc"/>
          <p:cNvSpPr/>
          <p:nvPr/>
        </p:nvSpPr>
        <p:spPr>
          <a:xfrm>
            <a:off x="4206240" y="4859383"/>
            <a:ext cx="3017520" cy="4754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251960" y="4859383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Export to CSV</a:t>
            </a:r>
            <a:endParaRPr lang="en-US" sz="1300" dirty="0"/>
          </a:p>
        </p:txBody>
      </p:sp>
      <p:sp>
        <p:nvSpPr>
          <p:cNvPr id="41" name="Flow proc"/>
          <p:cNvSpPr/>
          <p:nvPr/>
        </p:nvSpPr>
        <p:spPr>
          <a:xfrm>
            <a:off x="4206240" y="4983480"/>
            <a:ext cx="3017520" cy="4572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251960" y="4983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Save records to JSON file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4206240" y="5577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Result shown → back to Menu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223760" y="1335024"/>
            <a:ext cx="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6. Python Code: Person Class (OOP)</a:t>
            </a:r>
            <a:endParaRPr lang="en-US" sz="2800" dirty="0"/>
          </a:p>
        </p:txBody>
      </p:sp>
      <p:sp>
        <p:nvSpPr>
          <p:cNvPr id="3" name="Code panel"/>
          <p:cNvSpPr/>
          <p:nvPr/>
        </p:nvSpPr>
        <p:spPr>
          <a:xfrm>
            <a:off x="457200" y="1143000"/>
            <a:ext cx="8229600" cy="4636008"/>
          </a:xfrm>
          <a:prstGeom prst="roundRect">
            <a:avLst>
              <a:gd name="adj" fmla="val 1972"/>
            </a:avLst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4" name="Code text"/>
          <p:cNvSpPr txBox="1"/>
          <p:nvPr/>
        </p:nvSpPr>
        <p:spPr>
          <a:xfrm>
            <a:off x="640080" y="1325880"/>
            <a:ext cx="7863840" cy="427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@dataclass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Person: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name: str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dob: date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relation: str = "Friend"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phone: str = ""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days_left(self, today):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(next_birthday(self.dob, today) - today).days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turning_age(self, today):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next_birthday(self.dob, today).year - self.dob.year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to_dict(self):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{"name": self.name, "dob": self.dob.strftime(DATE_FMT),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"relation": self.relation, "phone": self.phone}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@staticmethod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from_dict(d):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Person(d["name"], datetime.strptime(d["dob"], DATE_FMT).date(),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d.get("relation", "Friend"), d.get("phone", ""))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8704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Dataclass with methods days_left() and turning_age(); converts to / from dictionary for JSON.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7. Python Code: Add Method (validation)</a:t>
            </a:r>
            <a:endParaRPr lang="en-US" sz="2800" dirty="0"/>
          </a:p>
        </p:txBody>
      </p:sp>
      <p:sp>
        <p:nvSpPr>
          <p:cNvPr id="3" name="Code panel"/>
          <p:cNvSpPr/>
          <p:nvPr/>
        </p:nvSpPr>
        <p:spPr>
          <a:xfrm>
            <a:off x="457200" y="1143000"/>
            <a:ext cx="8229600" cy="3898392"/>
          </a:xfrm>
          <a:prstGeom prst="roundRect">
            <a:avLst>
              <a:gd name="adj" fmla="val 2346"/>
            </a:avLst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4" name="Code text"/>
          <p:cNvSpPr txBox="1"/>
          <p:nvPr/>
        </p:nvSpPr>
        <p:spPr>
          <a:xfrm>
            <a:off x="640080" y="1325880"/>
            <a:ext cx="7863840" cy="3532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add(self, name, dob_text, relation="Friend", phone=""):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not self._valid_name(name):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False, f"Invalid name '{name}'"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try: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dob = datetime.strptime(dob_text, DATE_FMT).date()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except ValueError: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False, f"Invalid date '{dob_text}' (use DD-MM-YYYY)"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dob &gt; date.today():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False, "Date of birth cannot be in the future"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phone and not (phone.isdigit() and len(phone) == 10):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False, "Phone must be exactly 10 digits"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self._find(name):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False, f"Duplicate: '{name}' already exists"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self.people.append(Person(name.strip(), dob, relation, phone))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self.save()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True, f"Added &amp; saved: {name.strip()}"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1328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Each method returns (success, message), so errors are reported clearly.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8. Python Code: Reminder Methods</a:t>
            </a:r>
            <a:endParaRPr lang="en-US" sz="2800" dirty="0"/>
          </a:p>
        </p:txBody>
      </p:sp>
      <p:sp>
        <p:nvSpPr>
          <p:cNvPr id="3" name="Code panel"/>
          <p:cNvSpPr/>
          <p:nvPr/>
        </p:nvSpPr>
        <p:spPr>
          <a:xfrm>
            <a:off x="457200" y="1143000"/>
            <a:ext cx="8229600" cy="3462528"/>
          </a:xfrm>
          <a:prstGeom prst="roundRect">
            <a:avLst>
              <a:gd name="adj" fmla="val 2641"/>
            </a:avLst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4" name="Code text"/>
          <p:cNvSpPr txBox="1"/>
          <p:nvPr/>
        </p:nvSpPr>
        <p:spPr>
          <a:xfrm>
            <a:off x="640080" y="1325880"/>
            <a:ext cx="7863840" cy="3096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todays(self, today=None):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today = today or date.today()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[p for p in self.people if p.days_left(today) == 0]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upcoming(self, days=7, today=None):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today = today or date.today()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 = [(p, p.days_left(today)) for p in self.people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if 0 &lt; p.days_left(today) &lt;= days]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sorted(result, key=lambda x: x[1])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sorted_list(self, today=None):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today = today or date.today()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sorted(self.people, key=lambda p: p.days_left(today))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6969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Reminders: today = 0 days left; upcoming = 1 to N days left, sorted by nearest.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9. Testing &amp; Test Cases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4023360"/>
                <a:gridCol w="2194560"/>
                <a:gridCol w="12801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ID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Test case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Expected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Result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T1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Add valid record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Saved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T2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Add duplicate name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Rejected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T3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Invalid date 31-02-2001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Rejected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T4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Future date of birth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Rejected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T5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Phone with 5 digits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Rejected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T6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Reload from JSON file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Data persists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T7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Today / upcoming reminder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Correct people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T8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29 Feb birthday (non-leap year)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28 Feb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T9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Edit, search, delete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Works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T10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Turning age calculation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21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10. Final Output / Demonstration (1/5)</a:t>
            </a:r>
            <a:endParaRPr lang="en-US" sz="2800" dirty="0"/>
          </a:p>
        </p:txBody>
      </p:sp>
      <p:sp>
        <p:nvSpPr>
          <p:cNvPr id="3" name="Code panel"/>
          <p:cNvSpPr/>
          <p:nvPr/>
        </p:nvSpPr>
        <p:spPr>
          <a:xfrm>
            <a:off x="457200" y="1097280"/>
            <a:ext cx="8229600" cy="4401312"/>
          </a:xfrm>
          <a:prstGeom prst="roundRect">
            <a:avLst>
              <a:gd name="adj" fmla="val 2078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Code text"/>
          <p:cNvSpPr txBox="1"/>
          <p:nvPr/>
        </p:nvSpPr>
        <p:spPr>
          <a:xfrm>
            <a:off x="640080" y="1280160"/>
            <a:ext cx="7863840" cy="4035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==================================================================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BIRTHDAY REMINDER SYSTEM - PHASE 3 (FINAL UTILITY)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Student: Tanvi Dahale | USN: CD26D015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Today's date : 09-10-2026 (Friday)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==================================================================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Adding records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[+] Added &amp; saved: Aarav Sharma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[+] Added &amp; saved: Priya Dahale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[+] Added &amp; saved: Rohan Patil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[+] Added &amp; saved: Neha Joshi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[+] Added &amp; saved: Mr. Deshmukh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 Validation (invalid inputs are rejected)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[x] Duplicate: 'Aarav Sharma' already exists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[x] Invalid date '31-02-2001' (use DD-MM-YYYY)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[x] Phone must be exactly 10 digits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5900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Actual output of the program (python phase3.py)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10. Final Output / Demonstration (2/5)</a:t>
            </a:r>
            <a:endParaRPr lang="en-US" sz="2800" dirty="0"/>
          </a:p>
        </p:txBody>
      </p:sp>
      <p:sp>
        <p:nvSpPr>
          <p:cNvPr id="3" name="Code panel"/>
          <p:cNvSpPr/>
          <p:nvPr/>
        </p:nvSpPr>
        <p:spPr>
          <a:xfrm>
            <a:off x="457200" y="1097280"/>
            <a:ext cx="8229600" cy="3898392"/>
          </a:xfrm>
          <a:prstGeom prst="roundRect">
            <a:avLst>
              <a:gd name="adj" fmla="val 2346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Code text"/>
          <p:cNvSpPr txBox="1"/>
          <p:nvPr/>
        </p:nvSpPr>
        <p:spPr>
          <a:xfrm>
            <a:off x="640080" y="1280160"/>
            <a:ext cx="7863840" cy="3532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+--------------------------------------------------+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             BIRTHDAY REMINDERS                  |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+--------------------------------------------------+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TODAY    : Aarav Sharma turns 21  - wish them now! (Friend)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UPCOMING : Priya Dahale   in 3 day(s) - turns 48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UPCOMING : Rohan Patil    in 6 day(s) - turns 22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[3] All records (sorted by nearest birthday)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  Name            DOB          Relation     Phone       Turns  Days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------------------------------------------------------------------------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   Aarav Sharma    09-10-2005   Friend       9876543210  21     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   Priya Dahale    12-10-1978   Family       9822012345  48     3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   Rohan Patil     15-10-2004   Classmate    -           22     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4   Neha Joshi      29-10-2003   Friend       9890011223  23     20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5   Mr. Deshmukh    08-03-1975   Colleague    -           52     150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10. Final Output / Demonstration (3/5)</a:t>
            </a:r>
            <a:endParaRPr lang="en-US" sz="2800" dirty="0"/>
          </a:p>
        </p:txBody>
      </p:sp>
      <p:sp>
        <p:nvSpPr>
          <p:cNvPr id="3" name="Code panel"/>
          <p:cNvSpPr/>
          <p:nvPr/>
        </p:nvSpPr>
        <p:spPr>
          <a:xfrm>
            <a:off x="457200" y="1097280"/>
            <a:ext cx="8229600" cy="4552188"/>
          </a:xfrm>
          <a:prstGeom prst="roundRect">
            <a:avLst>
              <a:gd name="adj" fmla="val 2009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Code text"/>
          <p:cNvSpPr txBox="1"/>
          <p:nvPr/>
        </p:nvSpPr>
        <p:spPr>
          <a:xfrm>
            <a:off x="640080" y="1280160"/>
            <a:ext cx="7863840" cy="4186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[4] Search 'friend'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  Name            DOB          Relation     Phone       Turns  Days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------------------------------------------------------------------------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   Aarav Sharma    09-10-2005   Friend       9876543210  21     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   Neha Joshi      29-10-2003   Friend       9890011223  23     20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[5] Edit &amp; delete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[+] Updated &amp; saved: Rohan Patil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[+] Deleted &amp; saved: Mr. Deshmukh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[6] Month-wise list (October)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  Name            DOB          Relation     Phone       Turns  Days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------------------------------------------------------------------------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   Aarav Sharma    09-10-2005   Friend       9876543210  21     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   Priya Dahale    12-10-1978   Family       9822012345  48     3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   Rohan Patil     15-10-2004   Best Friend  9765432100  22     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4   Neha Joshi      29-10-2003   Friend       9890011223  23     20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10. Final Output / Demonstration (4/5)</a:t>
            </a:r>
            <a:endParaRPr lang="en-US" sz="2800" dirty="0"/>
          </a:p>
        </p:txBody>
      </p:sp>
      <p:sp>
        <p:nvSpPr>
          <p:cNvPr id="3" name="Code panel"/>
          <p:cNvSpPr/>
          <p:nvPr/>
        </p:nvSpPr>
        <p:spPr>
          <a:xfrm>
            <a:off x="457200" y="1097280"/>
            <a:ext cx="8229600" cy="4770120"/>
          </a:xfrm>
          <a:prstGeom prst="roundRect">
            <a:avLst>
              <a:gd name="adj" fmla="val 1917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Code text"/>
          <p:cNvSpPr txBox="1"/>
          <p:nvPr/>
        </p:nvSpPr>
        <p:spPr>
          <a:xfrm>
            <a:off x="640080" y="1280160"/>
            <a:ext cx="7863840" cy="440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[7] Statistics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Total records : 4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By relation   : {'Friend': 2, 'Family': 1, 'Best Friend': 1}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By month      : {'Oct': 4}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Nearest       : Aarav Sharma (0 day(s))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[8] Export to CSV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Records exported : 4 -&gt; birthdays_export.csv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[9] Running automated test cases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T01  add valid record           PASS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T02  reject duplicate           PASS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T03  reject invalid date        PASS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T04  reject future date         PASS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T05  reject bad phone           PASS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T06  data persists in file      PASS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T07  today and upcoming         PASS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T08  leap day birthday          PASS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T09  edit and delete            PASS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T10  turning age                PASS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10. Final Output / Demonstration (5/5)</a:t>
            </a:r>
            <a:endParaRPr lang="en-US" sz="2800" dirty="0"/>
          </a:p>
        </p:txBody>
      </p:sp>
      <p:sp>
        <p:nvSpPr>
          <p:cNvPr id="3" name="Code panel"/>
          <p:cNvSpPr/>
          <p:nvPr/>
        </p:nvSpPr>
        <p:spPr>
          <a:xfrm>
            <a:off x="457200" y="1097280"/>
            <a:ext cx="8229600" cy="880872"/>
          </a:xfrm>
          <a:prstGeom prst="roundRect">
            <a:avLst>
              <a:gd name="adj" fmla="val 10381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Code text"/>
          <p:cNvSpPr txBox="1"/>
          <p:nvPr/>
        </p:nvSpPr>
        <p:spPr>
          <a:xfrm>
            <a:off x="640080" y="1280160"/>
            <a:ext cx="7863840" cy="515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Tests run: 10 | Failures: 0 | Errors: 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RESULT : ALL TESTS PASSED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11. GitHub Repository Quality &amp; Maintenance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749040" cy="3017520"/>
          </a:xfrm>
          <a:prstGeom prst="roundRect">
            <a:avLst>
              <a:gd name="adj" fmla="val 3030"/>
            </a:avLst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3383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birthday-reminder-system/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README.md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phase1.py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phase2.py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phase3.py   (final)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birthdays.json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.gitignore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Report.pdf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480560" y="1143000"/>
            <a:ext cx="4206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README: overview, installation, how to run, logic summary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Consolidated report uploaded in PDF format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main branch = stable final version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Feature branches merged after testing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Release tag v1.0 for final submission</a:t>
            </a:r>
            <a:endParaRPr lang="en-US" sz="1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389120"/>
          <a:ext cx="8229600" cy="914400"/>
        </p:xfrm>
        <a:graphic>
          <a:graphicData uri="http://schemas.openxmlformats.org/drawingml/2006/table">
            <a:tbl>
              <a:tblPr/>
              <a:tblGrid>
                <a:gridCol w="6949440"/>
                <a:gridCol w="12801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Commit history (Phase 3)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Type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Refactor to OOP: Person and BirthdayManager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feat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Add reminders, edit, month-wise, statistics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feat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Add CSV export and 10 unit tests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test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Update README and upload final report PDF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docs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12. Individual Contribution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Problem Analysis &amp; Design – 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complete design of classes and modules.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Python Coding – 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implemented the full utility with OOP, validation and file handling.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Testing – 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wrote 10 automated test cases; all passed.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GitHub – 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maintained the repository with README, commits, branches and release.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Documentation – 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prepared the consolidated report and final presentation.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13. Conclusion &amp; Future Scope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Conclusion: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The Birthday Reminder System stores birthdays permanently and reminds the user of today’s and upcoming birthdays.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Learning: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functions, lists, dictionaries, file handling, OOP, exception handling, testing, Git/GitHub.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Future scope: </a:t>
            </a:r>
            <a:pPr indent="0" marL="0">
              <a:buNone/>
            </a:pP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Email / SMS / WhatsApp reminders.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Desktop notification at system start-up.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GUI version using Tkinter.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Database (SQLite) for large records.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Thank You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Birthday Reminder System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Tanvi Dahale | USN: CD26D015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Guide: Ms. Ashwini Yerlekar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BJain Template">
  <a:themeElements>
    <a:clrScheme name="SBJain Template">
      <a:dk1>
        <a:srgbClr val="000000"/>
      </a:dk1>
      <a:lt1>
        <a:srgbClr val="FFFFFF"/>
      </a:lt1>
      <a:dk2>
        <a:srgbClr val="0000FF"/>
      </a:dk2>
      <a:lt2>
        <a:srgbClr val="EEF3F3"/>
      </a:lt2>
      <a:accent1>
        <a:srgbClr val="8DAAAC"/>
      </a:accent1>
      <a:accent2>
        <a:srgbClr val="1F3864"/>
      </a:accent2>
      <a:accent3>
        <a:srgbClr val="2E7D32"/>
      </a:accent3>
      <a:accent4>
        <a:srgbClr val="C62828"/>
      </a:accent4>
      <a:accent5>
        <a:srgbClr val="F9A825"/>
      </a:accent5>
      <a:accent6>
        <a:srgbClr val="455A64"/>
      </a:accent6>
      <a:hlink>
        <a:srgbClr val="0000FF"/>
      </a:hlink>
      <a:folHlink>
        <a:srgbClr val="6A1B9A"/>
      </a:folHlink>
    </a:clrScheme>
    <a:fontScheme name="SBJain Templat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Experiential Learning Assessment-III - Birthday Reminder System</dc:title>
  <dc:subject>PptxGenJS Presentation</dc:subject>
  <dc:creator>Tanvi Dahale</dc:creator>
  <cp:lastModifiedBy>Tanvi Dahale</cp:lastModifiedBy>
  <cp:revision>1</cp:revision>
  <dcterms:created xsi:type="dcterms:W3CDTF">2026-10-09T15:29:56Z</dcterms:created>
  <dcterms:modified xsi:type="dcterms:W3CDTF">2026-10-09T15:29:56Z</dcterms:modified>
</cp:coreProperties>
</file>