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 (Week 8). Presenter: Tanvi Dahale, CD26D015. Guide: Ms. Ashwini Yerlekar.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“Birthday Reminder System”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course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Lab (N-PCCCD304P)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Tanvi Dahale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USN: CD26D015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474720"/>
            <a:ext cx="1280160" cy="1508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600" dirty="0"/>
          </a:p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Ashwini Yerlekar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5120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4681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CSE(DS)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0807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Recap of Phase 1 and problem statement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Objectives of Phase 2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Module development and progress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Algorithm (updated)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Flowchart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Module code: file handling and validation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Graphical representation and working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Git and GitHub version control practices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Individual contribution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Output and next phase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Problem Statement &amp; Progress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Problem: Develop a Python-based Birthday Reminder System to store birthdays, view upcoming birthdays, search records and give reminders, with records saved permanently using file handling.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12064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Logic design, add / view / search / reminders (in memory)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File handling (JSON), validation, delete, sort, menu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Completed (this PPT)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Phase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OOP, edit, statistics, CSV export, testing, final report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Planned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Objectives of Phase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make records permanent by saving them in a JSON file.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load saved records automatically when the program starts.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validate name and date of birth before saving.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prevent duplicate entries.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add delete and sort-by-nearest-birthday operations.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divide the program into small, reusable modules (functions).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To follow proper Git / GitHub practice with a feature branch.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Module Development &amp; Progress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310896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Functions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 Date logic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next_birthday, days_left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Find next birthday &amp; days left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 File handling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load_data, save_data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 / write birthdays_phase2.json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 Validation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is_valid_name, parse_date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 name, date, future date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4. Operations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add, delete, search, view, upcoming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birthday features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5. User interface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menu, demo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Menu-driven program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 Testing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Sample run and file reload proof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Algorithm (Phase 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Start the program and load records from the JSON file (empty list if file is missing).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Show the menu: Add / View / Search / Delete / Upcoming / Exit.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Add: validate name and date, reject duplicates, append the record, save to 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Delete: find the record by name, remove it and save to 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Search: match the keyword with name or relation.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View: sort records by days left and display the table.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Upcoming: show records whose days left ≤ 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Repeat until the user chooses Exit.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Flowchart (Menu-driven with File Handling)</a:t>
            </a:r>
            <a:endParaRPr lang="en-US" sz="2800" dirty="0"/>
          </a:p>
        </p:txBody>
      </p:sp>
      <p:sp>
        <p:nvSpPr>
          <p:cNvPr id="3" name="Flow start"/>
          <p:cNvSpPr/>
          <p:nvPr/>
        </p:nvSpPr>
        <p:spPr>
          <a:xfrm>
            <a:off x="548640" y="109728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Start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1737360" y="1481328"/>
            <a:ext cx="0" cy="30175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Flow proc"/>
          <p:cNvSpPr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Load records from JSON file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1737360" y="228600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Flow proc"/>
          <p:cNvSpPr/>
          <p:nvPr/>
        </p:nvSpPr>
        <p:spPr>
          <a:xfrm>
            <a:off x="548640" y="2606040"/>
            <a:ext cx="2377440" cy="5029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Display Menu &amp; read choice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1737360" y="310896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Flow dec"/>
          <p:cNvSpPr/>
          <p:nvPr/>
        </p:nvSpPr>
        <p:spPr>
          <a:xfrm>
            <a:off x="548640" y="3429000"/>
            <a:ext cx="2377440" cy="1051560"/>
          </a:xfrm>
          <a:prstGeom prst="diamond">
            <a:avLst/>
          </a:prstGeom>
          <a:solidFill>
            <a:schemeClr val="accent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290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Choice?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1737360" y="4480560"/>
            <a:ext cx="0" cy="5486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828800" y="4617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Exit</a:t>
            </a:r>
            <a:endParaRPr lang="en-US" sz="1200" dirty="0"/>
          </a:p>
        </p:txBody>
      </p:sp>
      <p:sp>
        <p:nvSpPr>
          <p:cNvPr id="16" name="Flow end"/>
          <p:cNvSpPr/>
          <p:nvPr/>
        </p:nvSpPr>
        <p:spPr>
          <a:xfrm>
            <a:off x="548640" y="502920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End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2926080" y="3954780"/>
            <a:ext cx="8229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9" name="Bus"/>
          <p:cNvSpPr/>
          <p:nvPr/>
        </p:nvSpPr>
        <p:spPr>
          <a:xfrm>
            <a:off x="3749040" y="1335024"/>
            <a:ext cx="0" cy="36576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0" name="Arrow"/>
          <p:cNvSpPr/>
          <p:nvPr/>
        </p:nvSpPr>
        <p:spPr>
          <a:xfrm>
            <a:off x="3749040" y="133502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Flow proc"/>
          <p:cNvSpPr/>
          <p:nvPr/>
        </p:nvSpPr>
        <p:spPr>
          <a:xfrm>
            <a:off x="4206240" y="109728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(validate + duplicate check)</a:t>
            </a:r>
            <a:endParaRPr lang="en-US" sz="1300" dirty="0"/>
          </a:p>
        </p:txBody>
      </p:sp>
      <p:sp>
        <p:nvSpPr>
          <p:cNvPr id="23" name="Arrow"/>
          <p:cNvSpPr/>
          <p:nvPr/>
        </p:nvSpPr>
        <p:spPr>
          <a:xfrm>
            <a:off x="3749040" y="206654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Flow proc"/>
          <p:cNvSpPr/>
          <p:nvPr/>
        </p:nvSpPr>
        <p:spPr>
          <a:xfrm>
            <a:off x="4206240" y="182880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18288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View all (sorted)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>
            <a:off x="3749040" y="279806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Flow proc"/>
          <p:cNvSpPr/>
          <p:nvPr/>
        </p:nvSpPr>
        <p:spPr>
          <a:xfrm>
            <a:off x="4206240" y="256032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2560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 by name / relation</a:t>
            </a:r>
            <a:endParaRPr lang="en-US" sz="1300" dirty="0"/>
          </a:p>
        </p:txBody>
      </p:sp>
      <p:sp>
        <p:nvSpPr>
          <p:cNvPr id="29" name="Arrow"/>
          <p:cNvSpPr/>
          <p:nvPr/>
        </p:nvSpPr>
        <p:spPr>
          <a:xfrm>
            <a:off x="3749040" y="352958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0" name="Flow proc"/>
          <p:cNvSpPr/>
          <p:nvPr/>
        </p:nvSpPr>
        <p:spPr>
          <a:xfrm>
            <a:off x="4206240" y="329184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51960" y="32918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Delete record</a:t>
            </a:r>
            <a:endParaRPr lang="en-US" sz="1300" dirty="0"/>
          </a:p>
        </p:txBody>
      </p:sp>
      <p:sp>
        <p:nvSpPr>
          <p:cNvPr id="32" name="Arrow"/>
          <p:cNvSpPr/>
          <p:nvPr/>
        </p:nvSpPr>
        <p:spPr>
          <a:xfrm>
            <a:off x="3749040" y="426110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Flow proc"/>
          <p:cNvSpPr/>
          <p:nvPr/>
        </p:nvSpPr>
        <p:spPr>
          <a:xfrm>
            <a:off x="4206240" y="402336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4023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Upcoming birthdays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3749040" y="499262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Flow proc"/>
          <p:cNvSpPr/>
          <p:nvPr/>
        </p:nvSpPr>
        <p:spPr>
          <a:xfrm>
            <a:off x="4206240" y="475488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51960" y="47548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Today’s birthdays</a:t>
            </a:r>
            <a:endParaRPr lang="en-US" sz="1300" dirty="0"/>
          </a:p>
        </p:txBody>
      </p:sp>
      <p:sp>
        <p:nvSpPr>
          <p:cNvPr id="38" name="Flow proc"/>
          <p:cNvSpPr/>
          <p:nvPr/>
        </p:nvSpPr>
        <p:spPr>
          <a:xfrm>
            <a:off x="4206240" y="4983480"/>
            <a:ext cx="301752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 records to JSON file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206240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Result shown → back to Menu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1335024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 Module Code: File Handling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load_data():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"""Read records from the JSON file (empty list if file missing/corrupt)."""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open(FILE, "r", encoding="utf-8")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json.load(f)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json.JSONDecodeError: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  [!] File is corrupted. Starting with an empty list.")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save_data(records):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"""Write all records permanently to the JSON file."""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open(FILE, "w", encoding="utf-8")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json.dump(records, f, indent=4)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try / except handles a missing or corrupted file; json.dump() writes records permanently.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7. Module Code: Validation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2087880"/>
          </a:xfrm>
          <a:prstGeom prst="roundRect">
            <a:avLst>
              <a:gd name="adj" fmla="val 438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172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is_valid_name(name):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len(name.strip()) &gt;= 2 and all(c.isalpha() or c in " .'-" for c in name)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parse_date(text):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a date object or None if text is not a valid, non-future DD-MM-YYYY date."""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 = datetime.strptime(text, DATE_FMT).date()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 if d &lt;= date.today() else None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22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Name must be alphabetic; date must be DD-MM-YYYY and not in the future.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8. Module Code: Add Birthday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4434840"/>
          </a:xfrm>
          <a:prstGeom prst="roundRect">
            <a:avLst>
              <a:gd name="adj" fmla="val 2062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add_birthday(records, name, dob_text, relation="Friend"):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is_valid_name(name):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[x] Invalid name: '{name}'")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parse_date(dob_text)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[x] Invalid date for {name}: '{dob_text}' (use DD-MM-YYYY, not in future)")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any(r["name"].lower() == name.lower() for r in records):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[x] Duplicate entry: {name} already exists")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records.append({"name": name.strip(), "dob": dob_text, "relation": relation})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save_data(records)                  # saved immediately -&gt; permanent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[+] Added &amp; saved : {name} ({dob_text}) - {relation}")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delete_birthday(records, name):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records: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r["name"].lower() == name.lower():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records.remove(r)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save_data(records)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[-] Deleted &amp; saved : {r['name']}")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  [x] '{name}' not found")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Every valid record is saved to the file immediately after add / delete.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Graphical Representation and Working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GRAPHICAL REPRESENTATION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birthdays_phase2.json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0116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 "name": "Aarav Sharma", "dob": "09-10-2005", "relation": "Friend" 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3347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633472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 "name": "Priya Dahale", "dob": "12-10-1978", "relation": "Family" 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552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255264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2552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 "name": "Rohan Patil", "dob": "15-10-2004", "relation": "Classmate" 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770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877056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3877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 "name": "Neha Joshi", "dob": "29-10-2003", "relation": "Friend" 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98848"/>
            <a:ext cx="457200" cy="56692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4988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4498848"/>
            <a:ext cx="338328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44988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 "name": "Mr. Deshmukh", "dob": "08-03-1975", "relation": "Colleague" }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41148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WORKING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16459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PROGRAM START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load_data() opens the JSON file.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is converted into a list of dictionaries.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ADD / DELETE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Validate input and check duplicates.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Update the list in memory.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save_data() writes the file at once.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REMINDERS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Days left = next birthday − today.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Records sorted by nearest birthday.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BENEFITS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stays safe after the program closes.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Invalid and duplicate data is blocked.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Git &amp; GitHub Version Control Practices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 branch used: feature/file-handling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Small, regular commits with clear messages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Merged into main only after testing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README.md updated with run instructions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03504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Commit message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Branch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 phase1.py with core functions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Create feature/file-handling branch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 load_data and save_data using JSON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 input validation and duplicate check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Add delete and sort-by-nearest-birthday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Merge feature/file-handling into main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main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Individual Contribution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Algorithm Design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updated the algorithm and flowchart for file handling.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Module Development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built the date, file, validation and operation modules.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File Handling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implemented load_data() and save_data() using JSON.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tested valid, invalid, duplicate and future-date inputs.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GitHub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worked on a feature branch, committed regularly, merged to main.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Documentation &amp; PPT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prepared Assessment-II presentation.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Result / Output (1/4)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831336"/>
          </a:xfrm>
          <a:prstGeom prst="roundRect">
            <a:avLst>
              <a:gd name="adj" fmla="val 238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BIRTHDAY REMINDER SYSTEM - PHASE 2 (File Handling)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Today's date : 09-10-2026 (Friday)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Adding records (each one is saved to the 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 : Aarav Sharma (09-10-2005) - Friend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 : Priya Dahale (12-10-1978) - Family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 : Rohan Patil (15-10-2004) - Classmate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 : Neha Joshi (29-10-2003) - Friend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 : Mr. Deshmukh (08-03-1975) - Colleague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Validation checks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Duplicate entry: Aarav Sharma already exists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Invalid name: 'R2D2'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Invalid date for Kunal: '31-02-2001' (use DD-MM-YYYY, not in future)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Invalid date for Future Kid: '01-01-2099' (use DD-MM-YYYY, not in future)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00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Actual output of the program (python phase2.py)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Result / Output (2/4)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462528"/>
          </a:xfrm>
          <a:prstGeom prst="roundRect">
            <a:avLst>
              <a:gd name="adj" fmla="val 264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View all (sorted by nearest birthday)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Name            DOB          Relation   Days Left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------------------------------------------------------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Aarav Sharma    09-10-2005   Friend    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Priya Dahale    12-10-1978   Family    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Rohan Patil     15-10-2004   Classmate  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Neha Joshi      29-10-2003   Friend    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 Mr. Deshmukh    08-03-1975   Colleague  150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Search -&gt; 'friend'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Found : Aarav Sharma | 09-10-2005 | Friend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Found : Neha Joshi | 29-10-2003 | Friend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Result / Output (3/4)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462528"/>
          </a:xfrm>
          <a:prstGeom prst="roundRect">
            <a:avLst>
              <a:gd name="adj" fmla="val 264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Upcoming birthdays within 7 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Aarav Sharma   -&gt; TODAY!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Priya Dahale   -&gt; in 3 day(s)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Rohan Patil    -&gt; in 6 day(s)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Delete record -&gt; 'Neha Joshi'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[-] Deleted &amp; saved : Neha Joshi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'Zoya' not found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Proof of permanent storage: clear memory and reload from 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Records in memory after clear 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Records after reloading file  :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File saved at : birthdays_phase2.json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Result / Output (4/4)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646176"/>
          </a:xfrm>
          <a:prstGeom prst="roundRect">
            <a:avLst>
              <a:gd name="adj" fmla="val 1415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completed.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13. Pending Work (Phase 3)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Convert the program to Object-Oriented design (classes Person and BirthdayManager).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Add edit record, month-wise list and statistics.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Add reminder banner with age and phone number.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Export records to CSV file.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Write automated test cases.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Final GitHub repository clean-up and consolidated report (PDF).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Birthday Reminder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Tanvi Dahale | USN: CD26D015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Guide: Ms. Ashwini Yerlekar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Jain Template">
  <a:themeElements>
    <a:clrScheme name="SBJain Template">
      <a:dk1>
        <a:srgbClr val="000000"/>
      </a:dk1>
      <a:lt1>
        <a:srgbClr val="FFFFFF"/>
      </a:lt1>
      <a:dk2>
        <a:srgbClr val="0000FF"/>
      </a:dk2>
      <a:lt2>
        <a:srgbClr val="EEF3F3"/>
      </a:lt2>
      <a:accent1>
        <a:srgbClr val="8DAAAC"/>
      </a:accent1>
      <a:accent2>
        <a:srgbClr val="1F3864"/>
      </a:accent2>
      <a:accent3>
        <a:srgbClr val="2E7D32"/>
      </a:accent3>
      <a:accent4>
        <a:srgbClr val="C62828"/>
      </a:accent4>
      <a:accent5>
        <a:srgbClr val="F9A825"/>
      </a:accent5>
      <a:accent6>
        <a:srgbClr val="455A64"/>
      </a:accent6>
      <a:hlink>
        <a:srgbClr val="0000FF"/>
      </a:hlink>
      <a:folHlink>
        <a:srgbClr val="6A1B9A"/>
      </a:folHlink>
    </a:clrScheme>
    <a:fontScheme name="SBJain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Assessment-II - Birthday Reminder System</dc:title>
  <dc:subject>PptxGenJS Presentation</dc:subject>
  <dc:creator>Tanvi Dahale</dc:creator>
  <cp:lastModifiedBy>Tanvi Dahale</cp:lastModifiedBy>
  <cp:revision>1</cp:revision>
  <dcterms:created xsi:type="dcterms:W3CDTF">2026-10-09T15:29:56Z</dcterms:created>
  <dcterms:modified xsi:type="dcterms:W3CDTF">2026-10-09T15:29:56Z</dcterms:modified>
</cp:coreProperties>
</file>