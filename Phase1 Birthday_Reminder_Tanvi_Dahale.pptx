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I (Week 4). Presenter: Tanvi Dahale, CD26D015. Guide: Ms. Ashwini Yerlekar.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6355080"/>
            <a:ext cx="8961120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6355080"/>
            <a:ext cx="8961120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Experiential Learning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Assessment-I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“Birthday Reminder System”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423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course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880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Lab (N-PCCCD304P)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3611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Tanvi Dahale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USN: CD26D015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3474720"/>
            <a:ext cx="1280160" cy="1508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760720" y="3611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</a:t>
            </a:r>
            <a:endParaRPr lang="en-US" sz="1600" dirty="0"/>
          </a:p>
          <a:p>
            <a:pPr algn="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Ms. Ashwini Yerlekar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5120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Session: 2026-27 (ODD)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54681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CSE(DS)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5760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S. B. JAIN INSTITUTE OF TECHNOLOGY MANAGEMENT AND RESEARCH, NAGPUR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0807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Autonomous Institute, Affiliated to RTMNU, Nagpur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Contents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Problem statement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Objectives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Algorithm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Flowchart / pseudocode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Understanding of Python logic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Graphical representation and working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GitHub account, repository creation, uploading code, meaningful commits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Individual contribution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Result / expected output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1. 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Birthdays of family, friends, colleagues and relatives are easy to forget.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Writing dates in a diary or phone notes gives no automatic reminder.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Searching manually for one person’s date is slow as records grow.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The user needs one place to store name, date of birth and relation.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The system must show today’s and upcoming birthdays (next few days).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It should support adding, viewing and searching birthday records.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Records must later be saved permanently using file handling.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Aim: a simple Python-based Birthday Reminder System.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2.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 store birthday details (name, date of birth, relation) in an organised way.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 view all stored birthdays in a clear table.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 search a record quickly by name.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 find birthdays occurring today and within the next few days.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 calculate days left for every birthday using Python’s datetime module.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 apply functions, lists, dictionaries and control structures.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 manage the project with Git and GitHub from day one.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3. Algorithm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Start the program.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Create an empty list to store the birthday records.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Read name, date of birth (DD-MM-YYYY) and relation of a person.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Convert the date text into a date object and store it as a dictionary in the list.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For view / search: loop through the list and display matching records.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For reminders: find the next birthday of each person and calculate days left.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If days left = 0 show “Today”; if days left ≤ N show “Upcoming”.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Display the result or “Record Not Found”.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Stop the program.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4. Flowchart</a:t>
            </a:r>
            <a:endParaRPr lang="en-US" sz="2800" dirty="0"/>
          </a:p>
        </p:txBody>
      </p:sp>
      <p:sp>
        <p:nvSpPr>
          <p:cNvPr id="3" name="Flow start"/>
          <p:cNvSpPr/>
          <p:nvPr/>
        </p:nvSpPr>
        <p:spPr>
          <a:xfrm>
            <a:off x="640080" y="1143000"/>
            <a:ext cx="4572000" cy="402336"/>
          </a:xfrm>
          <a:prstGeom prst="roundRect">
            <a:avLst>
              <a:gd name="adj" fmla="val 45455"/>
            </a:avLst>
          </a:prstGeom>
          <a:solidFill>
            <a:schemeClr val="accent3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Start</a:t>
            </a:r>
            <a:endParaRPr lang="en-US" sz="1300" dirty="0"/>
          </a:p>
        </p:txBody>
      </p:sp>
      <p:sp>
        <p:nvSpPr>
          <p:cNvPr id="5" name="Arrow"/>
          <p:cNvSpPr/>
          <p:nvPr/>
        </p:nvSpPr>
        <p:spPr>
          <a:xfrm>
            <a:off x="2926080" y="1545336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Flow proc"/>
          <p:cNvSpPr/>
          <p:nvPr/>
        </p:nvSpPr>
        <p:spPr>
          <a:xfrm>
            <a:off x="640080" y="1728216"/>
            <a:ext cx="4572000" cy="40233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2821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1. Create empty list birthdays = [ ]</a:t>
            </a:r>
            <a:endParaRPr lang="en-US" sz="1300" dirty="0"/>
          </a:p>
        </p:txBody>
      </p:sp>
      <p:sp>
        <p:nvSpPr>
          <p:cNvPr id="8" name="Arrow"/>
          <p:cNvSpPr/>
          <p:nvPr/>
        </p:nvSpPr>
        <p:spPr>
          <a:xfrm>
            <a:off x="2926080" y="2130552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Flow proc"/>
          <p:cNvSpPr/>
          <p:nvPr/>
        </p:nvSpPr>
        <p:spPr>
          <a:xfrm>
            <a:off x="640080" y="2313432"/>
            <a:ext cx="4572000" cy="40233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31343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2. Enter Name, DOB, Relation</a:t>
            </a:r>
            <a:endParaRPr lang="en-US" sz="1300" dirty="0"/>
          </a:p>
        </p:txBody>
      </p:sp>
      <p:sp>
        <p:nvSpPr>
          <p:cNvPr id="11" name="Arrow"/>
          <p:cNvSpPr/>
          <p:nvPr/>
        </p:nvSpPr>
        <p:spPr>
          <a:xfrm>
            <a:off x="2926080" y="2715768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Flow proc"/>
          <p:cNvSpPr/>
          <p:nvPr/>
        </p:nvSpPr>
        <p:spPr>
          <a:xfrm>
            <a:off x="640080" y="2898648"/>
            <a:ext cx="4572000" cy="40233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89864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3. Convert DOB to date object</a:t>
            </a:r>
            <a:endParaRPr lang="en-US" sz="1300" dirty="0"/>
          </a:p>
        </p:txBody>
      </p:sp>
      <p:sp>
        <p:nvSpPr>
          <p:cNvPr id="14" name="Arrow"/>
          <p:cNvSpPr/>
          <p:nvPr/>
        </p:nvSpPr>
        <p:spPr>
          <a:xfrm>
            <a:off x="2926080" y="3300984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Flow proc"/>
          <p:cNvSpPr/>
          <p:nvPr/>
        </p:nvSpPr>
        <p:spPr>
          <a:xfrm>
            <a:off x="640080" y="3483864"/>
            <a:ext cx="4572000" cy="40233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483864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4. Choose operation: Add / View / Search / Upcoming</a:t>
            </a:r>
            <a:endParaRPr lang="en-US" sz="1300" dirty="0"/>
          </a:p>
        </p:txBody>
      </p:sp>
      <p:sp>
        <p:nvSpPr>
          <p:cNvPr id="17" name="Arrow"/>
          <p:cNvSpPr/>
          <p:nvPr/>
        </p:nvSpPr>
        <p:spPr>
          <a:xfrm>
            <a:off x="2926080" y="3886200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Flow proc"/>
          <p:cNvSpPr/>
          <p:nvPr/>
        </p:nvSpPr>
        <p:spPr>
          <a:xfrm>
            <a:off x="640080" y="4069080"/>
            <a:ext cx="4572000" cy="40233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06908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5. Calculate days left (next_birthday)</a:t>
            </a:r>
            <a:endParaRPr lang="en-US" sz="1300" dirty="0"/>
          </a:p>
        </p:txBody>
      </p:sp>
      <p:sp>
        <p:nvSpPr>
          <p:cNvPr id="20" name="Arrow"/>
          <p:cNvSpPr/>
          <p:nvPr/>
        </p:nvSpPr>
        <p:spPr>
          <a:xfrm>
            <a:off x="2926080" y="4471416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Flow proc"/>
          <p:cNvSpPr/>
          <p:nvPr/>
        </p:nvSpPr>
        <p:spPr>
          <a:xfrm>
            <a:off x="640080" y="4654296"/>
            <a:ext cx="4572000" cy="40233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65429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6. Display result / reminder / Not Found</a:t>
            </a:r>
            <a:endParaRPr lang="en-US" sz="1300" dirty="0"/>
          </a:p>
        </p:txBody>
      </p:sp>
      <p:sp>
        <p:nvSpPr>
          <p:cNvPr id="23" name="Arrow"/>
          <p:cNvSpPr/>
          <p:nvPr/>
        </p:nvSpPr>
        <p:spPr>
          <a:xfrm>
            <a:off x="2926080" y="5056632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Flow end"/>
          <p:cNvSpPr/>
          <p:nvPr/>
        </p:nvSpPr>
        <p:spPr>
          <a:xfrm>
            <a:off x="640080" y="5239512"/>
            <a:ext cx="4572000" cy="402336"/>
          </a:xfrm>
          <a:prstGeom prst="roundRect">
            <a:avLst>
              <a:gd name="adj" fmla="val 45455"/>
            </a:avLst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23951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End</a:t>
            </a:r>
            <a:endParaRPr lang="en-US" sz="1300" dirty="0"/>
          </a:p>
        </p:txBody>
      </p:sp>
      <p:sp>
        <p:nvSpPr>
          <p:cNvPr id="26" name="Side panel"/>
          <p:cNvSpPr/>
          <p:nvPr/>
        </p:nvSpPr>
        <p:spPr>
          <a:xfrm>
            <a:off x="5532120" y="1143000"/>
            <a:ext cx="3154680" cy="466344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0" y="1280160"/>
            <a:ext cx="2880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Operations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Add – append dictionary to list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View – loop and print table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Search – keyword in name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Today – days left = 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Upcoming – days left ≤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Pseudocode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person in list: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nb = next_birthday(dob)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 = nb - today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left == 0: print TODAY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elif left &lt;= N: print UPCOMING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5. Understanding of Python Logic (1/2)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14300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325880"/>
            <a:ext cx="78638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birthdays = []   # list of dictionaries (hash-like records)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add_birthday(name, dob_text, relation):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"""Store one birthday record (date format DD-MM-YYYY)."""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dob = datetime.strptime(dob_text, "%d-%m-%Y").date()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birthdays.append({"name": name, "dob": dob, "relation": relation})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[+] Added : {name} ({dob.strftime('%d %b %Y')}) - {relation}")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search_birthday(keyword):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records whose name contains the keyword (case-insensitive)."""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[b for b in birthdays if keyword.lower() in b["name"].lower()]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todays_birthdays(today):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people whose birthday is today."""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[b for b in birthdays if next_birthday(b["dob"], today) == today]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List + dictionary store the records; list comprehension performs the search.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5. Understanding of Python Logic (2/2)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143000"/>
            <a:ext cx="8229600" cy="4434840"/>
          </a:xfrm>
          <a:prstGeom prst="roundRect">
            <a:avLst>
              <a:gd name="adj" fmla="val 2062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325880"/>
            <a:ext cx="78638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next_birthday(dob, today):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the next date on which this birthday occurs (today counts)."""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year = today.year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nb = dob.replace(year=year)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ValueError:              # 29 Feb in a non-leap year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nb = date(year, 2, 28)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nb &gt;= today: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year += 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upcoming_birthdays(days, today):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(record, days_left) for birthdays within the next `days` days."""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[]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b in birthdays: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left = (next_birthday(b["dob"], today) - today).days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0 &lt; left &lt;= days: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result.append((b, left))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sorted(result, key=lambda item: item[1])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next_birthday() handles 29 Feb; upcoming_birthdays() returns records sorted by days left.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6. Graphical Representation and Working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GRAPHICAL REPRESENTATION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birthdays = [ ]  (list of dictionaries)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57200" cy="56692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116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338328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20116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{name: Aarav Sharma, dob: 09-10-2005, relation: Friend}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33472"/>
            <a:ext cx="457200" cy="56692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3347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633472"/>
            <a:ext cx="338328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7552" y="26334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{name: Priya Dahale, dob: 12-10-1978, relation: Family}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457200" cy="56692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25526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255264"/>
            <a:ext cx="338328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325526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{name: Rohan Patil, dob: 15-10-2004, relation: Classmate}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77056"/>
            <a:ext cx="457200" cy="56692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8770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877056"/>
            <a:ext cx="338328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387705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{name: Neha Joshi, dob: 29-10-2003, relation: Friend}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98848"/>
            <a:ext cx="457200" cy="56692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4988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4498848"/>
            <a:ext cx="338328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552" y="44988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{name: Mr. Deshmukh, dob: 08-03-1975, relation: Colleague}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097280"/>
            <a:ext cx="411480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WORKING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164592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ADD BIRTHDAY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User gives name, DOB and relation.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DOB is converted to a date object.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Dictionary is appended to the list.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accent2"/>
                </a:solidFill>
              </a:rPr>
              <a:t>SEARCH / VIEW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Loop through the list.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Match keyword with name (ignore case).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Print matching records or “Not Found”.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REMINDERS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next_birthday() finds the coming date.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days left = next birthday − today.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0 → Today, 1–N → Upcoming.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BENEFITS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Never miss a birthday.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Simple, fast and easy to extend.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7. GitHub Account &amp; Repository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Account: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Personal GitHub account created (individual work).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Repository: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birthday-reminder-system (Public).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Branch: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main branch kept as the stable version.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Upload code: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phase1.py and README.md added to the repository.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Meaningful commits: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“Initial commit”, “Add README with problem statement”, “Add phase1.py with core functions”.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Tools: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Git, GitHub Desktop and VS Code.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Track changes: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History tab on GitHub shows every commit.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8. Individual Contribution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Problem Analysis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understood the need for a birthday reminder.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Algorithm Design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prepared the steps, flowchart and pseudocode.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Python Coding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implemented add, view, search, today and upcoming functions.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Testing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tested all functions with sample records.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GitHub Contribution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created repository, uploaded code, made commits.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Documentation &amp; PPT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prepared the presentation for Assessment-I.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9. Result / Expected Output (1/3)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8229600" cy="3462528"/>
          </a:xfrm>
          <a:prstGeom prst="roundRect">
            <a:avLst>
              <a:gd name="adj" fmla="val 264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280160"/>
            <a:ext cx="7863840" cy="3096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BIRTHDAY REMINDER SYSTEM - PHASE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Today's date : 09-10-2026 (Friday)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[STEP 1] Adding birthday records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Added : Aarav Sharma (09 Oct 2005) - Friend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Added : Priya Dahale (12 Oct 1978) - Family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Added : Rohan Patil (15 Oct 2004) - Classmate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Added : Neha Joshi (29 Oct 2003) - Friend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Added : Mr. Deshmukh (08 Mar 1975) - Colleague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[STEP 2] View all records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65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Actual output of the program (python phase1.py)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9. Result / Expected Output (2/3)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8229600" cy="3462528"/>
          </a:xfrm>
          <a:prstGeom prst="roundRect">
            <a:avLst>
              <a:gd name="adj" fmla="val 264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280160"/>
            <a:ext cx="7863840" cy="3096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 Name          Date of Birth   Relation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----------------------------------------------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 Aarav Sharma  09-10-2005      Friend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  Priya Dahale  12-10-1978      Family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   Rohan Patil   15-10-2004      Classmate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   Neha Joshi    29-10-2003      Friend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  Mr. Deshmukh  08-03-1975      Colleague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[STEP 3] Search by name -&gt; 'priya'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Record Found : Priya Dahale | 12-10-1978 | Family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[STEP 4] Today's birthdays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*** Happy Birthday, Aarav Sharma! (Friend) ***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9. Result / Expected Output (3/3)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8229600" cy="2289048"/>
          </a:xfrm>
          <a:prstGeom prst="roundRect">
            <a:avLst>
              <a:gd name="adj" fmla="val 399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280160"/>
            <a:ext cx="7863840" cy="1923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[STEP 5] Upcoming birthdays in next 7 days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Priya Dahale   -&gt; in 3 day(s) on 12 Oct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Rohan Patil    -&gt; in 6 day(s) on 15 Oct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[STEP 6] Search for a name that does not exist -&gt; 'zoya'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Record Not Found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completed. (Data is kept in memory only.)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Birthday Reminder System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Tanvi Dahale | USN: CD26D015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Guide: Ms. Ashwini Yerlekar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BJain Template">
  <a:themeElements>
    <a:clrScheme name="SBJain Template">
      <a:dk1>
        <a:srgbClr val="000000"/>
      </a:dk1>
      <a:lt1>
        <a:srgbClr val="FFFFFF"/>
      </a:lt1>
      <a:dk2>
        <a:srgbClr val="0000FF"/>
      </a:dk2>
      <a:lt2>
        <a:srgbClr val="EEF3F3"/>
      </a:lt2>
      <a:accent1>
        <a:srgbClr val="8DAAAC"/>
      </a:accent1>
      <a:accent2>
        <a:srgbClr val="1F3864"/>
      </a:accent2>
      <a:accent3>
        <a:srgbClr val="2E7D32"/>
      </a:accent3>
      <a:accent4>
        <a:srgbClr val="C62828"/>
      </a:accent4>
      <a:accent5>
        <a:srgbClr val="F9A825"/>
      </a:accent5>
      <a:accent6>
        <a:srgbClr val="455A64"/>
      </a:accent6>
      <a:hlink>
        <a:srgbClr val="0000FF"/>
      </a:hlink>
      <a:folHlink>
        <a:srgbClr val="6A1B9A"/>
      </a:folHlink>
    </a:clrScheme>
    <a:fontScheme name="SBJain Templ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Experiential Learning Assessment-I - Birthday Reminder System</dc:title>
  <dc:subject>PptxGenJS Presentation</dc:subject>
  <dc:creator>Tanvi Dahale</dc:creator>
  <cp:lastModifiedBy>Tanvi Dahale</cp:lastModifiedBy>
  <cp:revision>1</cp:revision>
  <dcterms:created xsi:type="dcterms:W3CDTF">2026-10-09T15:29:55Z</dcterms:created>
  <dcterms:modified xsi:type="dcterms:W3CDTF">2026-10-09T15:29:55Z</dcterms:modified>
</cp:coreProperties>
</file>